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Caveat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01hJ5PoANNBr1HvGvSTAu46vE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font" Target="fonts/Caveat-regular.fntdata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oboto-regular.fntdata"/><Relationship Id="rId12" Type="http://schemas.openxmlformats.org/officeDocument/2006/relationships/font" Target="fonts/Cave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b24bea4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0b24bea4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b24bea4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0b24bea4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730b022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730b022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1.jp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hyperlink" Target="https://drive.google.com/drive/folders/19sYNJ2HYmnDyho0pmOgsVh8zV8FvZtRT" TargetMode="External"/><Relationship Id="rId6" Type="http://schemas.openxmlformats.org/officeDocument/2006/relationships/hyperlink" Target="https://colab.research.google.com/drive/1_RIofEbvfbhJR9qPX3mDd56VMmRlKdDB?usp=sharing" TargetMode="External"/><Relationship Id="rId7" Type="http://schemas.openxmlformats.org/officeDocument/2006/relationships/hyperlink" Target="https://drive.google.com/file/d/12_ydrva1WqN67tPF7MTfkMSUY6yQOYAD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549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8" name="Google Shape;58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2" r="0" t="0"/>
            </a:stretch>
          </a:blipFill>
          <a:ln>
            <a:noFill/>
          </a:ln>
        </p:spPr>
      </p:sp>
      <p:sp>
        <p:nvSpPr>
          <p:cNvPr id="62" name="Google Shape;62;p1"/>
          <p:cNvSpPr txBox="1"/>
          <p:nvPr/>
        </p:nvSpPr>
        <p:spPr>
          <a:xfrm>
            <a:off x="3757925" y="1482775"/>
            <a:ext cx="5184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Analysis with PYTHON : Study Cases</a:t>
            </a:r>
            <a:endParaRPr b="1" i="0" sz="3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Muhammad Ferdy Fawwaz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2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71" name="Google Shape;71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75" name="Google Shape;75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2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 txBox="1"/>
          <p:nvPr/>
        </p:nvSpPr>
        <p:spPr>
          <a:xfrm>
            <a:off x="311700" y="1180456"/>
            <a:ext cx="88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accent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537175" y="636825"/>
            <a:ext cx="64746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38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Silahkan untuk “Save a Copy in Drive” ke google drive masing-masing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575" y="919349"/>
            <a:ext cx="2413998" cy="38844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>
            <a:hlinkClick r:id="rId5"/>
          </p:cNvPr>
          <p:cNvSpPr txBox="1"/>
          <p:nvPr/>
        </p:nvSpPr>
        <p:spPr>
          <a:xfrm>
            <a:off x="1288800" y="1669100"/>
            <a:ext cx="69714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89887" lvl="0" marL="2207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Buka</a:t>
            </a:r>
            <a:r>
              <a:rPr b="0" i="0" lang="id" sz="1600" u="none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id" sz="16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Google Colab ka Wijaya </a:t>
            </a: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(click)</a:t>
            </a:r>
            <a:endParaRPr b="0" i="0" sz="1600" u="sng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9887" lvl="0" marL="2207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File &gt; Save a copy in drive</a:t>
            </a:r>
            <a:endParaRPr b="0" i="0" sz="1600" u="sng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9887" lvl="0" marL="2207260" marR="45211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Silahkan untuk edit dan ketik pada file colab  masing-masing</a:t>
            </a:r>
            <a:endParaRPr b="0" i="0" sz="1600" u="sng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9887" lvl="0" marL="220726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Kamu juga bisa merefresh</a:t>
            </a:r>
            <a:r>
              <a:rPr b="0" i="0" lang="id" sz="1600" u="none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id" sz="1600" u="sng" cap="none" strike="noStrike">
                <a:solidFill>
                  <a:srgbClr val="0097A7"/>
                </a:solid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colab </a:t>
            </a:r>
            <a:r>
              <a:rPr b="0" i="0" lang="id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tsb untuk  melihat codingan terbaru</a:t>
            </a:r>
            <a:endParaRPr b="0" i="0" sz="1600" u="sng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b24bea43e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d">
                <a:solidFill>
                  <a:schemeClr val="accent1"/>
                </a:solidFill>
              </a:rPr>
              <a:t>Judul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6" name="Google Shape;96;g30b24bea43e_0_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id">
                <a:solidFill>
                  <a:srgbClr val="06B0A6"/>
                </a:solidFill>
              </a:rPr>
              <a:t>SILAHKAN SCREENSHOT SYNTAX DISINI</a:t>
            </a:r>
            <a:endParaRPr b="1">
              <a:solidFill>
                <a:srgbClr val="06B0A6"/>
              </a:solidFill>
            </a:endParaRPr>
          </a:p>
        </p:txBody>
      </p:sp>
      <p:sp>
        <p:nvSpPr>
          <p:cNvPr id="97" name="Google Shape;97;g30b24bea43e_0_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id">
                <a:solidFill>
                  <a:srgbClr val="06B0A6"/>
                </a:solidFill>
              </a:rPr>
              <a:t>SILAHKAN SCREENSHOT HASIL DARI RUNNING TERSEBUT</a:t>
            </a:r>
            <a:endParaRPr b="1">
              <a:solidFill>
                <a:srgbClr val="06B0A6"/>
              </a:solidFill>
            </a:endParaRPr>
          </a:p>
        </p:txBody>
      </p:sp>
      <p:pic>
        <p:nvPicPr>
          <p:cNvPr id="98" name="Google Shape;98;g30b24bea43e_0_5"/>
          <p:cNvPicPr preferRelativeResize="0"/>
          <p:nvPr/>
        </p:nvPicPr>
        <p:blipFill rotWithShape="1">
          <a:blip r:embed="rId3">
            <a:alphaModFix/>
          </a:blip>
          <a:srcRect b="0" l="0" r="25110" t="16736"/>
          <a:stretch/>
        </p:blipFill>
        <p:spPr>
          <a:xfrm>
            <a:off x="311700" y="1817476"/>
            <a:ext cx="3999899" cy="15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0b24bea43e_0_5"/>
          <p:cNvPicPr preferRelativeResize="0"/>
          <p:nvPr/>
        </p:nvPicPr>
        <p:blipFill rotWithShape="1">
          <a:blip r:embed="rId4">
            <a:alphaModFix/>
          </a:blip>
          <a:srcRect b="0" l="3073" r="0" t="0"/>
          <a:stretch/>
        </p:blipFill>
        <p:spPr>
          <a:xfrm>
            <a:off x="4850625" y="1817475"/>
            <a:ext cx="3963450" cy="24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0b24bea43e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6" y="3531125"/>
            <a:ext cx="3999900" cy="809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0b24bea43e_0_5"/>
          <p:cNvPicPr preferRelativeResize="0"/>
          <p:nvPr/>
        </p:nvPicPr>
        <p:blipFill rotWithShape="1">
          <a:blip r:embed="rId6">
            <a:alphaModFix/>
          </a:blip>
          <a:srcRect b="0" l="10826" r="0" t="0"/>
          <a:stretch/>
        </p:blipFill>
        <p:spPr>
          <a:xfrm>
            <a:off x="4832400" y="2139850"/>
            <a:ext cx="1629575" cy="220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g30b24bea43e_0_5"/>
          <p:cNvCxnSpPr/>
          <p:nvPr/>
        </p:nvCxnSpPr>
        <p:spPr>
          <a:xfrm>
            <a:off x="4334825" y="3941975"/>
            <a:ext cx="51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g30b24bea43e_0_5"/>
          <p:cNvCxnSpPr/>
          <p:nvPr/>
        </p:nvCxnSpPr>
        <p:spPr>
          <a:xfrm>
            <a:off x="4334825" y="1965600"/>
            <a:ext cx="51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0b24bea43e_0_0"/>
          <p:cNvPicPr preferRelativeResize="0"/>
          <p:nvPr/>
        </p:nvPicPr>
        <p:blipFill rotWithShape="1">
          <a:blip r:embed="rId3">
            <a:alphaModFix/>
          </a:blip>
          <a:srcRect b="0" l="656" r="0" t="0"/>
          <a:stretch/>
        </p:blipFill>
        <p:spPr>
          <a:xfrm>
            <a:off x="326500" y="347475"/>
            <a:ext cx="3660800" cy="8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0b24bea43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975" y="544637"/>
            <a:ext cx="4324725" cy="45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g30b24bea43e_0_0"/>
          <p:cNvCxnSpPr>
            <a:stCxn id="108" idx="3"/>
            <a:endCxn id="109" idx="1"/>
          </p:cNvCxnSpPr>
          <p:nvPr/>
        </p:nvCxnSpPr>
        <p:spPr>
          <a:xfrm>
            <a:off x="3987300" y="771888"/>
            <a:ext cx="53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g30b24bea43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500" y="1348700"/>
            <a:ext cx="5061125" cy="7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0b24bea43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950" y="1348703"/>
            <a:ext cx="2577025" cy="282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g30b24bea43e_0_0"/>
          <p:cNvCxnSpPr/>
          <p:nvPr/>
        </p:nvCxnSpPr>
        <p:spPr>
          <a:xfrm>
            <a:off x="5387625" y="1720175"/>
            <a:ext cx="89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" name="Google Shape;114;g30b24bea43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6500" y="2244075"/>
            <a:ext cx="52387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0b24bea43e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500" y="3809475"/>
            <a:ext cx="4257675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g30b24bea43e_0_0"/>
          <p:cNvCxnSpPr/>
          <p:nvPr/>
        </p:nvCxnSpPr>
        <p:spPr>
          <a:xfrm>
            <a:off x="2262450" y="3347975"/>
            <a:ext cx="0" cy="3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f730b022cd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25" y="148300"/>
            <a:ext cx="4977276" cy="9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f730b022cd_0_17"/>
          <p:cNvPicPr preferRelativeResize="0"/>
          <p:nvPr/>
        </p:nvPicPr>
        <p:blipFill rotWithShape="1">
          <a:blip r:embed="rId4">
            <a:alphaModFix/>
          </a:blip>
          <a:srcRect b="0" l="606" r="0" t="636"/>
          <a:stretch/>
        </p:blipFill>
        <p:spPr>
          <a:xfrm>
            <a:off x="5834475" y="148300"/>
            <a:ext cx="2074325" cy="150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g3f730b022cd_0_17"/>
          <p:cNvCxnSpPr>
            <a:stCxn id="121" idx="3"/>
          </p:cNvCxnSpPr>
          <p:nvPr/>
        </p:nvCxnSpPr>
        <p:spPr>
          <a:xfrm>
            <a:off x="5102301" y="598375"/>
            <a:ext cx="69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4" name="Google Shape;124;g3f730b022cd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025" y="1650200"/>
            <a:ext cx="3594850" cy="22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f730b022cd_0_17"/>
          <p:cNvPicPr preferRelativeResize="0"/>
          <p:nvPr/>
        </p:nvPicPr>
        <p:blipFill rotWithShape="1">
          <a:blip r:embed="rId6">
            <a:alphaModFix/>
          </a:blip>
          <a:srcRect b="0" l="882" r="0" t="784"/>
          <a:stretch/>
        </p:blipFill>
        <p:spPr>
          <a:xfrm>
            <a:off x="4504075" y="1830425"/>
            <a:ext cx="3404724" cy="202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g3f730b022cd_0_17"/>
          <p:cNvCxnSpPr/>
          <p:nvPr/>
        </p:nvCxnSpPr>
        <p:spPr>
          <a:xfrm>
            <a:off x="3719876" y="2604750"/>
            <a:ext cx="69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